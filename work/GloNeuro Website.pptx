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5f0f9a58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5f0f9a58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5f0f9a58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5f0f9a58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5f0f9a58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65f0f9a58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5f0f9a58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5f0f9a58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5f0f9a58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5f0f9a58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5f0f9a58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5f0f9a58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hyperlink" Target="https://www.symmetrymagazine.org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hyperlink" Target="https://www.digitalmarmalade.co.uk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digitalmarmalade.co.uk/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ebflow.com/blog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hyperlink" Target="https://www.digitalmarmalade.co.uk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popsci.com/" TargetMode="External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50" y="704400"/>
            <a:ext cx="6798828" cy="37346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576700" y="218300"/>
            <a:ext cx="39906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Scrollable Header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576700" y="4654675"/>
            <a:ext cx="39906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https://www.symmetrymagazine.org/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538" y="609625"/>
            <a:ext cx="7712927" cy="39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2576700" y="218300"/>
            <a:ext cx="39906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Sliding Sections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2576700" y="4654675"/>
            <a:ext cx="39906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https://www.digitalmarmalade.co.uk/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1549050" y="197825"/>
            <a:ext cx="60459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Blog Content Gallery - Gradient Highlight upon hovering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2576700" y="4654675"/>
            <a:ext cx="39906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https://www.digitalmarmalade.co.uk/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9688" y="683263"/>
            <a:ext cx="6424622" cy="37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2576700" y="218300"/>
            <a:ext cx="39906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Blog Content Gallery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2576700" y="4654675"/>
            <a:ext cx="39906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https://webflow.com/blog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638" y="725300"/>
            <a:ext cx="8290724" cy="37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2576700" y="218300"/>
            <a:ext cx="39906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Statis Section &amp; find out more page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1825" y="683263"/>
            <a:ext cx="6100352" cy="377697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2576700" y="4654675"/>
            <a:ext cx="39906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https://www.digitalmarmalade.co.uk/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/>
        </p:nvSpPr>
        <p:spPr>
          <a:xfrm>
            <a:off x="2576700" y="218300"/>
            <a:ext cx="39906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Singup for </a:t>
            </a:r>
            <a:r>
              <a:rPr lang="en" sz="1800">
                <a:solidFill>
                  <a:schemeClr val="dk2"/>
                </a:solidFill>
              </a:rPr>
              <a:t>newsletters &amp; Footer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2576700" y="4654675"/>
            <a:ext cx="39906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https://www.popsci.com/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5925" y="683263"/>
            <a:ext cx="6732155" cy="3776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25" y="817288"/>
            <a:ext cx="6635100" cy="415017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2576700" y="218300"/>
            <a:ext cx="39906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Dark/Light Mode Switch Button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